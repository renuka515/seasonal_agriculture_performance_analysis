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47" r:id="rId8"/>
    <p:sldId id="329" r:id="rId9"/>
    <p:sldId id="302" r:id="rId10"/>
    <p:sldId id="339" r:id="rId11"/>
    <p:sldId id="340" r:id="rId12"/>
    <p:sldId id="344" r:id="rId13"/>
    <p:sldId id="345"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F96950-E27B-49EC-875E-69EC8E05A263}" v="224" dt="2026-09-07T05:55:16.168"/>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UKA K R" userId="c01454cdb496bbde" providerId="LiveId" clId="{E2A5B0A8-C51D-4451-A766-30EFA0D5CE45}"/>
    <pc:docChg chg="undo custSel modSld">
      <pc:chgData name="RENUKA K R" userId="c01454cdb496bbde" providerId="LiveId" clId="{E2A5B0A8-C51D-4451-A766-30EFA0D5CE45}" dt="2026-09-07T05:55:40.801" v="313" actId="123"/>
      <pc:docMkLst>
        <pc:docMk/>
      </pc:docMkLst>
      <pc:sldChg chg="addSp delSp modSp mod">
        <pc:chgData name="RENUKA K R" userId="c01454cdb496bbde" providerId="LiveId" clId="{E2A5B0A8-C51D-4451-A766-30EFA0D5CE45}" dt="2026-09-07T05:35:13.502" v="62" actId="20577"/>
        <pc:sldMkLst>
          <pc:docMk/>
          <pc:sldMk cId="1341901065" sldId="302"/>
        </pc:sldMkLst>
        <pc:graphicFrameChg chg="del">
          <ac:chgData name="RENUKA K R" userId="c01454cdb496bbde" providerId="LiveId" clId="{E2A5B0A8-C51D-4451-A766-30EFA0D5CE45}" dt="2026-09-07T05:32:47.187" v="49" actId="478"/>
          <ac:graphicFrameMkLst>
            <pc:docMk/>
            <pc:sldMk cId="1341901065" sldId="302"/>
            <ac:graphicFrameMk id="3" creationId="{BD93ECAB-3844-582C-7F3B-B344B92B4318}"/>
          </ac:graphicFrameMkLst>
        </pc:graphicFrameChg>
        <pc:graphicFrameChg chg="add mod modGraphic">
          <ac:chgData name="RENUKA K R" userId="c01454cdb496bbde" providerId="LiveId" clId="{E2A5B0A8-C51D-4451-A766-30EFA0D5CE45}" dt="2026-09-07T05:35:13.502" v="62" actId="20577"/>
          <ac:graphicFrameMkLst>
            <pc:docMk/>
            <pc:sldMk cId="1341901065" sldId="302"/>
            <ac:graphicFrameMk id="7" creationId="{D2684BE2-54DB-7FEE-211C-C72A5C158626}"/>
          </ac:graphicFrameMkLst>
        </pc:graphicFrameChg>
        <pc:picChg chg="add del mod">
          <ac:chgData name="RENUKA K R" userId="c01454cdb496bbde" providerId="LiveId" clId="{E2A5B0A8-C51D-4451-A766-30EFA0D5CE45}" dt="2026-09-07T05:32:56.005" v="52" actId="21"/>
          <ac:picMkLst>
            <pc:docMk/>
            <pc:sldMk cId="1341901065" sldId="302"/>
            <ac:picMk id="5" creationId="{835CDA98-1BCA-F458-D804-1D9C34858131}"/>
          </ac:picMkLst>
        </pc:picChg>
      </pc:sldChg>
      <pc:sldChg chg="addSp delSp modSp mod addAnim delAnim modAnim">
        <pc:chgData name="RENUKA K R" userId="c01454cdb496bbde" providerId="LiveId" clId="{E2A5B0A8-C51D-4451-A766-30EFA0D5CE45}" dt="2026-09-07T05:48:17.548" v="295" actId="21"/>
        <pc:sldMkLst>
          <pc:docMk/>
          <pc:sldMk cId="3401748718" sldId="304"/>
        </pc:sldMkLst>
        <pc:spChg chg="add del mod">
          <ac:chgData name="RENUKA K R" userId="c01454cdb496bbde" providerId="LiveId" clId="{E2A5B0A8-C51D-4451-A766-30EFA0D5CE45}" dt="2026-09-07T05:45:07.634" v="288" actId="21"/>
          <ac:spMkLst>
            <pc:docMk/>
            <pc:sldMk cId="3401748718" sldId="304"/>
            <ac:spMk id="3" creationId="{D88C20CF-C1EE-4092-B52D-FD4AB2AB2508}"/>
          </ac:spMkLst>
        </pc:spChg>
        <pc:spChg chg="add del mod">
          <ac:chgData name="RENUKA K R" userId="c01454cdb496bbde" providerId="LiveId" clId="{E2A5B0A8-C51D-4451-A766-30EFA0D5CE45}" dt="2026-09-07T05:45:07.634" v="288" actId="21"/>
          <ac:spMkLst>
            <pc:docMk/>
            <pc:sldMk cId="3401748718" sldId="304"/>
            <ac:spMk id="4" creationId="{3F95FE6B-DDBC-CE0F-119C-3F39ED7D65A7}"/>
          </ac:spMkLst>
        </pc:spChg>
        <pc:spChg chg="del">
          <ac:chgData name="RENUKA K R" userId="c01454cdb496bbde" providerId="LiveId" clId="{E2A5B0A8-C51D-4451-A766-30EFA0D5CE45}" dt="2026-09-07T05:44:37.581" v="276" actId="21"/>
          <ac:spMkLst>
            <pc:docMk/>
            <pc:sldMk cId="3401748718" sldId="304"/>
            <ac:spMk id="12" creationId="{BC277FD7-925B-4C3D-A364-118403201507}"/>
          </ac:spMkLst>
        </pc:spChg>
        <pc:spChg chg="del">
          <ac:chgData name="RENUKA K R" userId="c01454cdb496bbde" providerId="LiveId" clId="{E2A5B0A8-C51D-4451-A766-30EFA0D5CE45}" dt="2026-09-07T05:48:17.548" v="295" actId="21"/>
          <ac:spMkLst>
            <pc:docMk/>
            <pc:sldMk cId="3401748718" sldId="304"/>
            <ac:spMk id="23" creationId="{9E6B148F-F3B6-4E6B-9B85-645C039858E8}"/>
          </ac:spMkLst>
        </pc:spChg>
        <pc:spChg chg="del mod">
          <ac:chgData name="RENUKA K R" userId="c01454cdb496bbde" providerId="LiveId" clId="{E2A5B0A8-C51D-4451-A766-30EFA0D5CE45}" dt="2026-09-07T05:48:09.425" v="294" actId="21"/>
          <ac:spMkLst>
            <pc:docMk/>
            <pc:sldMk cId="3401748718" sldId="304"/>
            <ac:spMk id="31" creationId="{97AB1F14-3A1E-4057-A473-9975BA59F012}"/>
          </ac:spMkLst>
        </pc:spChg>
        <pc:spChg chg="mod">
          <ac:chgData name="RENUKA K R" userId="c01454cdb496bbde" providerId="LiveId" clId="{E2A5B0A8-C51D-4451-A766-30EFA0D5CE45}" dt="2026-09-07T05:47:59.870" v="293" actId="20577"/>
          <ac:spMkLst>
            <pc:docMk/>
            <pc:sldMk cId="3401748718" sldId="304"/>
            <ac:spMk id="32" creationId="{B993AB29-3A3A-4473-8AC8-86E859C97321}"/>
          </ac:spMkLst>
        </pc:spChg>
      </pc:sldChg>
      <pc:sldChg chg="modSp mod">
        <pc:chgData name="RENUKA K R" userId="c01454cdb496bbde" providerId="LiveId" clId="{E2A5B0A8-C51D-4451-A766-30EFA0D5CE45}" dt="2026-09-07T05:54:57.632" v="307" actId="123"/>
        <pc:sldMkLst>
          <pc:docMk/>
          <pc:sldMk cId="3696770303" sldId="315"/>
        </pc:sldMkLst>
        <pc:spChg chg="mod">
          <ac:chgData name="RENUKA K R" userId="c01454cdb496bbde" providerId="LiveId" clId="{E2A5B0A8-C51D-4451-A766-30EFA0D5CE45}" dt="2026-09-07T05:54:57.632" v="307" actId="123"/>
          <ac:spMkLst>
            <pc:docMk/>
            <pc:sldMk cId="3696770303" sldId="315"/>
            <ac:spMk id="2" creationId="{B5642E1B-C622-6E19-5741-416D9EA97B11}"/>
          </ac:spMkLst>
        </pc:spChg>
        <pc:spChg chg="mod">
          <ac:chgData name="RENUKA K R" userId="c01454cdb496bbde" providerId="LiveId" clId="{E2A5B0A8-C51D-4451-A766-30EFA0D5CE45}" dt="2026-09-07T05:25:53.754" v="5" actId="404"/>
          <ac:spMkLst>
            <pc:docMk/>
            <pc:sldMk cId="3696770303" sldId="315"/>
            <ac:spMk id="3" creationId="{EBF2FBC7-3552-4F01-BB27-8BEEE74F7277}"/>
          </ac:spMkLst>
        </pc:spChg>
      </pc:sldChg>
      <pc:sldChg chg="modSp mod">
        <pc:chgData name="RENUKA K R" userId="c01454cdb496bbde" providerId="LiveId" clId="{E2A5B0A8-C51D-4451-A766-30EFA0D5CE45}" dt="2026-09-07T05:54:48.964" v="306" actId="403"/>
        <pc:sldMkLst>
          <pc:docMk/>
          <pc:sldMk cId="3098548442" sldId="327"/>
        </pc:sldMkLst>
        <pc:spChg chg="mod">
          <ac:chgData name="RENUKA K R" userId="c01454cdb496bbde" providerId="LiveId" clId="{E2A5B0A8-C51D-4451-A766-30EFA0D5CE45}" dt="2026-09-07T05:54:48.964" v="306" actId="403"/>
          <ac:spMkLst>
            <pc:docMk/>
            <pc:sldMk cId="3098548442" sldId="327"/>
            <ac:spMk id="2" creationId="{E46E4DD1-270B-4C80-AFF0-EB26F132AF36}"/>
          </ac:spMkLst>
        </pc:spChg>
        <pc:spChg chg="mod">
          <ac:chgData name="RENUKA K R" userId="c01454cdb496bbde" providerId="LiveId" clId="{E2A5B0A8-C51D-4451-A766-30EFA0D5CE45}" dt="2026-09-07T05:26:34.890" v="15" actId="27636"/>
          <ac:spMkLst>
            <pc:docMk/>
            <pc:sldMk cId="3098548442" sldId="327"/>
            <ac:spMk id="4" creationId="{777CC02B-F7C6-47A8-8C3E-C57C417D9EA3}"/>
          </ac:spMkLst>
        </pc:spChg>
      </pc:sldChg>
      <pc:sldChg chg="delSp modSp mod setBg modAnim">
        <pc:chgData name="RENUKA K R" userId="c01454cdb496bbde" providerId="LiveId" clId="{E2A5B0A8-C51D-4451-A766-30EFA0D5CE45}" dt="2026-09-07T05:55:16.168" v="309" actId="123"/>
        <pc:sldMkLst>
          <pc:docMk/>
          <pc:sldMk cId="48075006" sldId="329"/>
        </pc:sldMkLst>
        <pc:spChg chg="mod">
          <ac:chgData name="RENUKA K R" userId="c01454cdb496bbde" providerId="LiveId" clId="{E2A5B0A8-C51D-4451-A766-30EFA0D5CE45}" dt="2026-09-07T05:55:16.168" v="309" actId="123"/>
          <ac:spMkLst>
            <pc:docMk/>
            <pc:sldMk cId="48075006" sldId="329"/>
            <ac:spMk id="2" creationId="{664E3B60-2780-459A-8583-F095D5E7463A}"/>
          </ac:spMkLst>
        </pc:spChg>
        <pc:spChg chg="mod">
          <ac:chgData name="RENUKA K R" userId="c01454cdb496bbde" providerId="LiveId" clId="{E2A5B0A8-C51D-4451-A766-30EFA0D5CE45}" dt="2026-09-07T05:27:42.263" v="22" actId="1076"/>
          <ac:spMkLst>
            <pc:docMk/>
            <pc:sldMk cId="48075006" sldId="329"/>
            <ac:spMk id="4" creationId="{1A4A072B-83C6-4607-AE6A-5AD61CC72C44}"/>
          </ac:spMkLst>
        </pc:spChg>
        <pc:picChg chg="del">
          <ac:chgData name="RENUKA K R" userId="c01454cdb496bbde" providerId="LiveId" clId="{E2A5B0A8-C51D-4451-A766-30EFA0D5CE45}" dt="2026-09-07T05:28:21.838" v="26" actId="21"/>
          <ac:picMkLst>
            <pc:docMk/>
            <pc:sldMk cId="48075006" sldId="329"/>
            <ac:picMk id="6" creationId="{E8B153BB-61B9-403F-8AE5-F75400450AC0}"/>
          </ac:picMkLst>
        </pc:picChg>
      </pc:sldChg>
      <pc:sldChg chg="addSp modSp mod modAnim">
        <pc:chgData name="RENUKA K R" userId="c01454cdb496bbde" providerId="LiveId" clId="{E2A5B0A8-C51D-4451-A766-30EFA0D5CE45}" dt="2026-09-07T05:39:28.903" v="120" actId="14100"/>
        <pc:sldMkLst>
          <pc:docMk/>
          <pc:sldMk cId="1086225493" sldId="339"/>
        </pc:sldMkLst>
        <pc:spChg chg="mod">
          <ac:chgData name="RENUKA K R" userId="c01454cdb496bbde" providerId="LiveId" clId="{E2A5B0A8-C51D-4451-A766-30EFA0D5CE45}" dt="2026-09-07T05:38:48.564" v="111" actId="1076"/>
          <ac:spMkLst>
            <pc:docMk/>
            <pc:sldMk cId="1086225493" sldId="339"/>
            <ac:spMk id="10" creationId="{B19D8AC7-3787-4ADB-9212-0808F015C2DD}"/>
          </ac:spMkLst>
        </pc:spChg>
        <pc:picChg chg="add mod">
          <ac:chgData name="RENUKA K R" userId="c01454cdb496bbde" providerId="LiveId" clId="{E2A5B0A8-C51D-4451-A766-30EFA0D5CE45}" dt="2026-09-07T05:39:28.903" v="120" actId="14100"/>
          <ac:picMkLst>
            <pc:docMk/>
            <pc:sldMk cId="1086225493" sldId="339"/>
            <ac:picMk id="2" creationId="{A5CC3BD9-7D0C-BD10-F125-0A7962AADE47}"/>
          </ac:picMkLst>
        </pc:picChg>
      </pc:sldChg>
      <pc:sldChg chg="addSp modSp mod modAnim">
        <pc:chgData name="RENUKA K R" userId="c01454cdb496bbde" providerId="LiveId" clId="{E2A5B0A8-C51D-4451-A766-30EFA0D5CE45}" dt="2026-09-07T05:40:28.225" v="158" actId="14100"/>
        <pc:sldMkLst>
          <pc:docMk/>
          <pc:sldMk cId="3849627828" sldId="340"/>
        </pc:sldMkLst>
        <pc:spChg chg="mod">
          <ac:chgData name="RENUKA K R" userId="c01454cdb496bbde" providerId="LiveId" clId="{E2A5B0A8-C51D-4451-A766-30EFA0D5CE45}" dt="2026-09-07T05:40:03.545" v="154" actId="27636"/>
          <ac:spMkLst>
            <pc:docMk/>
            <pc:sldMk cId="3849627828" sldId="340"/>
            <ac:spMk id="10" creationId="{3A64DB11-806F-1A4C-E0D5-D745D29CED50}"/>
          </ac:spMkLst>
        </pc:spChg>
        <pc:picChg chg="add mod">
          <ac:chgData name="RENUKA K R" userId="c01454cdb496bbde" providerId="LiveId" clId="{E2A5B0A8-C51D-4451-A766-30EFA0D5CE45}" dt="2026-09-07T05:40:28.225" v="158" actId="14100"/>
          <ac:picMkLst>
            <pc:docMk/>
            <pc:sldMk cId="3849627828" sldId="340"/>
            <ac:picMk id="2" creationId="{5FBAEDD7-BD4C-D2DD-29C9-0D4E759CD612}"/>
          </ac:picMkLst>
        </pc:picChg>
      </pc:sldChg>
      <pc:sldChg chg="modSp mod">
        <pc:chgData name="RENUKA K R" userId="c01454cdb496bbde" providerId="LiveId" clId="{E2A5B0A8-C51D-4451-A766-30EFA0D5CE45}" dt="2026-09-07T05:55:40.801" v="313" actId="123"/>
        <pc:sldMkLst>
          <pc:docMk/>
          <pc:sldMk cId="776828144" sldId="341"/>
        </pc:sldMkLst>
        <pc:spChg chg="mod">
          <ac:chgData name="RENUKA K R" userId="c01454cdb496bbde" providerId="LiveId" clId="{E2A5B0A8-C51D-4451-A766-30EFA0D5CE45}" dt="2026-09-07T05:55:40.801" v="313" actId="123"/>
          <ac:spMkLst>
            <pc:docMk/>
            <pc:sldMk cId="776828144" sldId="341"/>
            <ac:spMk id="2" creationId="{E0124FF9-4BB6-FCCC-57B0-73C4959C035D}"/>
          </ac:spMkLst>
        </pc:spChg>
      </pc:sldChg>
      <pc:sldChg chg="addSp modSp mod">
        <pc:chgData name="RENUKA K R" userId="c01454cdb496bbde" providerId="LiveId" clId="{E2A5B0A8-C51D-4451-A766-30EFA0D5CE45}" dt="2026-09-07T05:53:11.920" v="299" actId="207"/>
        <pc:sldMkLst>
          <pc:docMk/>
          <pc:sldMk cId="3863610428" sldId="342"/>
        </pc:sldMkLst>
        <pc:spChg chg="add mod">
          <ac:chgData name="RENUKA K R" userId="c01454cdb496bbde" providerId="LiveId" clId="{E2A5B0A8-C51D-4451-A766-30EFA0D5CE45}" dt="2026-09-07T05:53:11.920" v="299" actId="207"/>
          <ac:spMkLst>
            <pc:docMk/>
            <pc:sldMk cId="3863610428" sldId="342"/>
            <ac:spMk id="2" creationId="{173E879F-1443-E1ED-41E9-F3C91154AFB7}"/>
          </ac:spMkLst>
        </pc:spChg>
      </pc:sldChg>
      <pc:sldChg chg="addSp modSp mod modAnim">
        <pc:chgData name="RENUKA K R" userId="c01454cdb496bbde" providerId="LiveId" clId="{E2A5B0A8-C51D-4451-A766-30EFA0D5CE45}" dt="2026-09-07T05:41:37.828" v="197" actId="1076"/>
        <pc:sldMkLst>
          <pc:docMk/>
          <pc:sldMk cId="1698901770" sldId="344"/>
        </pc:sldMkLst>
        <pc:spChg chg="mod">
          <ac:chgData name="RENUKA K R" userId="c01454cdb496bbde" providerId="LiveId" clId="{E2A5B0A8-C51D-4451-A766-30EFA0D5CE45}" dt="2026-09-07T05:41:15.726" v="194" actId="1076"/>
          <ac:spMkLst>
            <pc:docMk/>
            <pc:sldMk cId="1698901770" sldId="344"/>
            <ac:spMk id="10" creationId="{B6E3B1C7-6A8B-23EE-6251-DC1067C6ADE9}"/>
          </ac:spMkLst>
        </pc:spChg>
        <pc:picChg chg="add mod">
          <ac:chgData name="RENUKA K R" userId="c01454cdb496bbde" providerId="LiveId" clId="{E2A5B0A8-C51D-4451-A766-30EFA0D5CE45}" dt="2026-09-07T05:41:37.828" v="197" actId="1076"/>
          <ac:picMkLst>
            <pc:docMk/>
            <pc:sldMk cId="1698901770" sldId="344"/>
            <ac:picMk id="2" creationId="{7215E1F9-C647-4435-567A-48380F08819E}"/>
          </ac:picMkLst>
        </pc:picChg>
      </pc:sldChg>
      <pc:sldChg chg="addSp modSp mod modAnim">
        <pc:chgData name="RENUKA K R" userId="c01454cdb496bbde" providerId="LiveId" clId="{E2A5B0A8-C51D-4451-A766-30EFA0D5CE45}" dt="2026-09-07T05:43:09.117" v="235" actId="1076"/>
        <pc:sldMkLst>
          <pc:docMk/>
          <pc:sldMk cId="1903979828" sldId="345"/>
        </pc:sldMkLst>
        <pc:spChg chg="mod">
          <ac:chgData name="RENUKA K R" userId="c01454cdb496bbde" providerId="LiveId" clId="{E2A5B0A8-C51D-4451-A766-30EFA0D5CE45}" dt="2026-09-07T05:42:11.601" v="231" actId="27636"/>
          <ac:spMkLst>
            <pc:docMk/>
            <pc:sldMk cId="1903979828" sldId="345"/>
            <ac:spMk id="10" creationId="{2B7B89A1-9444-8322-CADC-42D31D698FA8}"/>
          </ac:spMkLst>
        </pc:spChg>
        <pc:picChg chg="add mod">
          <ac:chgData name="RENUKA K R" userId="c01454cdb496bbde" providerId="LiveId" clId="{E2A5B0A8-C51D-4451-A766-30EFA0D5CE45}" dt="2026-09-07T05:43:09.117" v="235" actId="1076"/>
          <ac:picMkLst>
            <pc:docMk/>
            <pc:sldMk cId="1903979828" sldId="345"/>
            <ac:picMk id="2" creationId="{E4D52523-C484-DE96-6760-EC89CB256B3F}"/>
          </ac:picMkLst>
        </pc:picChg>
      </pc:sldChg>
      <pc:sldChg chg="addSp modSp mod modAnim">
        <pc:chgData name="RENUKA K R" userId="c01454cdb496bbde" providerId="LiveId" clId="{E2A5B0A8-C51D-4451-A766-30EFA0D5CE45}" dt="2026-09-07T05:44:12.510" v="275" actId="1076"/>
        <pc:sldMkLst>
          <pc:docMk/>
          <pc:sldMk cId="1421522261" sldId="346"/>
        </pc:sldMkLst>
        <pc:spChg chg="mod">
          <ac:chgData name="RENUKA K R" userId="c01454cdb496bbde" providerId="LiveId" clId="{E2A5B0A8-C51D-4451-A766-30EFA0D5CE45}" dt="2026-09-07T05:43:36.557" v="270" actId="27636"/>
          <ac:spMkLst>
            <pc:docMk/>
            <pc:sldMk cId="1421522261" sldId="346"/>
            <ac:spMk id="10" creationId="{F85C769B-425A-FE3B-E47A-3B747985DC52}"/>
          </ac:spMkLst>
        </pc:spChg>
        <pc:picChg chg="add mod">
          <ac:chgData name="RENUKA K R" userId="c01454cdb496bbde" providerId="LiveId" clId="{E2A5B0A8-C51D-4451-A766-30EFA0D5CE45}" dt="2026-09-07T05:44:12.510" v="275" actId="1076"/>
          <ac:picMkLst>
            <pc:docMk/>
            <pc:sldMk cId="1421522261" sldId="346"/>
            <ac:picMk id="2" creationId="{E590B4A6-DF04-6357-8BA4-14BDD64D8471}"/>
          </ac:picMkLst>
        </pc:picChg>
      </pc:sldChg>
      <pc:sldChg chg="modSp mod">
        <pc:chgData name="RENUKA K R" userId="c01454cdb496bbde" providerId="LiveId" clId="{E2A5B0A8-C51D-4451-A766-30EFA0D5CE45}" dt="2026-09-07T05:55:04.356" v="308" actId="123"/>
        <pc:sldMkLst>
          <pc:docMk/>
          <pc:sldMk cId="1618488322" sldId="347"/>
        </pc:sldMkLst>
        <pc:spChg chg="mod">
          <ac:chgData name="RENUKA K R" userId="c01454cdb496bbde" providerId="LiveId" clId="{E2A5B0A8-C51D-4451-A766-30EFA0D5CE45}" dt="2026-09-07T05:55:04.356" v="308" actId="123"/>
          <ac:spMkLst>
            <pc:docMk/>
            <pc:sldMk cId="1618488322" sldId="347"/>
            <ac:spMk id="3" creationId="{C5FDB044-4E0F-16C1-0AA4-D9AFF4BD8A8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mailto:renukakr2022@gmail.com"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99321" y="3583914"/>
            <a:ext cx="6189307" cy="861497"/>
          </a:xfrm>
        </p:spPr>
        <p:txBody>
          <a:bodyPr vert="horz" lIns="91440" tIns="45720" rIns="91440" bIns="45720" rtlCol="0" anchor="t">
            <a:normAutofit/>
          </a:bodyPr>
          <a:lstStyle/>
          <a:p>
            <a:pPr algn="just"/>
            <a:r>
              <a:rPr lang="en-US" b="0" dirty="0">
                <a:solidFill>
                  <a:schemeClr val="tx1"/>
                </a:solidFill>
              </a:rPr>
              <a:t>[Student Name -Renuka K R </a:t>
            </a:r>
            <a:endParaRPr lang="en-IN" b="0" dirty="0">
              <a:solidFill>
                <a:schemeClr val="tx1"/>
              </a:solidFill>
            </a:endParaRPr>
          </a:p>
          <a:p>
            <a:pPr algn="just"/>
            <a:r>
              <a:rPr lang="en-US" b="0" dirty="0">
                <a:solidFill>
                  <a:schemeClr val="tx1"/>
                </a:solidFill>
              </a:rPr>
              <a:t>College Name-Sree Saraswathi Thyagaraja collage]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0714314" cy="743448"/>
          </a:xfrm>
        </p:spPr>
        <p:txBody>
          <a:bodyPr>
            <a:normAutofit/>
          </a:bodyPr>
          <a:lstStyle/>
          <a:p>
            <a:r>
              <a:rPr lang="en-GB" sz="3200" dirty="0"/>
              <a:t>Project Title - 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4911549" cy="646331"/>
          </a:xfrm>
          <a:prstGeom prst="rect">
            <a:avLst/>
          </a:prstGeom>
          <a:noFill/>
        </p:spPr>
        <p:txBody>
          <a:bodyPr wrap="square" rtlCol="0">
            <a:spAutoFit/>
          </a:bodyPr>
          <a:lstStyle/>
          <a:p>
            <a:r>
              <a:rPr lang="en-US" b="1" dirty="0"/>
              <a:t>AICTE STU ID : (STU6a5ef250a2f181784607312)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71220" y="1441216"/>
            <a:ext cx="6431280" cy="3930884"/>
          </a:xfrm>
        </p:spPr>
        <p:txBody>
          <a:bodyPr vert="horz" lIns="91440" tIns="45720" rIns="91440" bIns="45720" rtlCol="0" anchor="t">
            <a:noAutofit/>
          </a:bodyPr>
          <a:lstStyle/>
          <a:p>
            <a:pPr marL="0" indent="0" algn="just">
              <a:lnSpc>
                <a:spcPct val="150000"/>
              </a:lnSpc>
              <a:buNone/>
            </a:pPr>
            <a:r>
              <a:rPr lang="en-US" sz="1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1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65110" y="550417"/>
            <a:ext cx="6985096" cy="790111"/>
          </a:xfrm>
        </p:spPr>
        <p:txBody>
          <a:bodyPr>
            <a:normAutofit/>
          </a:bodyPr>
          <a:lstStyle/>
          <a:p>
            <a:r>
              <a:rPr lang="en-US" sz="4000" dirty="0"/>
              <a:t>PROBLEM  STATEMENT</a:t>
            </a:r>
            <a:endParaRPr lang="en-IN" sz="40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386693"/>
            <a:ext cx="8673316" cy="830997"/>
          </a:xfrm>
        </p:spPr>
        <p:txBody>
          <a:bodyPr>
            <a:noAutofit/>
          </a:bodyPr>
          <a:lstStyle/>
          <a:p>
            <a:r>
              <a:rPr lang="en-GB" sz="2800" dirty="0"/>
              <a:t>Project Description</a:t>
            </a:r>
            <a:br>
              <a:rPr lang="en-GB" sz="2800" dirty="0"/>
            </a:br>
            <a:r>
              <a:rPr lang="en-GB" sz="2800" dirty="0"/>
              <a:t>[write detail description about your project ] </a:t>
            </a:r>
            <a:br>
              <a:rPr lang="en-GB" sz="2800" dirty="0"/>
            </a:br>
            <a:endParaRPr lang="en-IN" sz="2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B5642E1B-C622-6E19-5741-416D9EA97B11}"/>
              </a:ext>
            </a:extLst>
          </p:cNvPr>
          <p:cNvSpPr txBox="1"/>
          <p:nvPr/>
        </p:nvSpPr>
        <p:spPr>
          <a:xfrm>
            <a:off x="675957" y="1508091"/>
            <a:ext cx="8882743" cy="4611968"/>
          </a:xfrm>
          <a:prstGeom prst="rect">
            <a:avLst/>
          </a:prstGeom>
          <a:noFill/>
        </p:spPr>
        <p:txBody>
          <a:bodyPr wrap="square" rtlCol="0">
            <a:spAutoFit/>
          </a:bodyPr>
          <a:lstStyle/>
          <a:p>
            <a:pPr algn="just">
              <a:lnSpc>
                <a:spcPct val="150000"/>
              </a:lnSpc>
            </a:pPr>
            <a:r>
              <a:rPr lang="en-IN" dirty="0"/>
              <a:t>This project </a:t>
            </a:r>
            <a:r>
              <a:rPr lang="en-IN" dirty="0" err="1"/>
              <a:t>analyzes</a:t>
            </a:r>
            <a:r>
              <a:rPr lang="en-IN" dirty="0"/>
              <a:t> seasonal agricultural performance using a dataset of 4,000 farm records spanning 8 Indian states, 8 major crops, and three cropping seasons — Kharif, Rabi, and Zaid. The dataset captures environmental conditions (rainfall, temperature, humidity, soil health), resource usage (fertilizer, pesticide, irrigation, water consumption), and economic outcomes (yield, production, cost, revenue, and profit) for each farm. Using Python in Google Colab, the data was cleaned, explored, and visualized to uncover how agricultural performance varies across seasons, identify significant patterns using statistical testing (ANOVA), and understand the relationships between seasonal conditions and farming outcomes. The analysis concludes with data-driven insights and recommendations to support better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12BE60-2D2B-DBAA-A4D0-8D5BD4562768}"/>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3" name="TextBox 2">
            <a:extLst>
              <a:ext uri="{FF2B5EF4-FFF2-40B4-BE49-F238E27FC236}">
                <a16:creationId xmlns:a16="http://schemas.microsoft.com/office/drawing/2014/main" id="{C5FDB044-4E0F-16C1-0AA4-D9AFF4BD8A80}"/>
              </a:ext>
            </a:extLst>
          </p:cNvPr>
          <p:cNvSpPr txBox="1"/>
          <p:nvPr/>
        </p:nvSpPr>
        <p:spPr>
          <a:xfrm>
            <a:off x="1287625" y="451513"/>
            <a:ext cx="7772400" cy="5575822"/>
          </a:xfrm>
          <a:prstGeom prst="rect">
            <a:avLst/>
          </a:prstGeom>
          <a:noFill/>
        </p:spPr>
        <p:txBody>
          <a:bodyPr wrap="square" rtlCol="0">
            <a:spAutoFit/>
          </a:bodyPr>
          <a:lstStyle/>
          <a:p>
            <a:pPr marL="285750" lvl="0" indent="-285750" algn="just">
              <a:lnSpc>
                <a:spcPct val="150000"/>
              </a:lnSpc>
              <a:buClr>
                <a:schemeClr val="accent1">
                  <a:lumMod val="75000"/>
                </a:schemeClr>
              </a:buClr>
              <a:buFont typeface="Wingdings" panose="05000000000000000000" pitchFamily="2" charset="2"/>
              <a:buChar char="§"/>
            </a:pPr>
            <a:r>
              <a:rPr lang="en-IN" sz="2000" b="1" dirty="0"/>
              <a:t>Dataset:</a:t>
            </a:r>
            <a:r>
              <a:rPr lang="en-IN" sz="2000" dirty="0"/>
              <a:t> 4,000 farm records | 8 states | 8 crops | 3 seasons (Kharif, Rabi, Zaid)</a:t>
            </a:r>
          </a:p>
          <a:p>
            <a:pPr marL="285750" lvl="0" indent="-285750" algn="just">
              <a:lnSpc>
                <a:spcPct val="150000"/>
              </a:lnSpc>
              <a:buClr>
                <a:schemeClr val="accent1">
                  <a:lumMod val="75000"/>
                </a:schemeClr>
              </a:buClr>
              <a:buFont typeface="Wingdings" panose="05000000000000000000" pitchFamily="2" charset="2"/>
              <a:buChar char="§"/>
            </a:pPr>
            <a:r>
              <a:rPr lang="en-IN" sz="2000" b="1" dirty="0"/>
              <a:t>Scope:</a:t>
            </a:r>
            <a:r>
              <a:rPr lang="en-IN" sz="2000" dirty="0"/>
              <a:t> Environmental factors, resource usage, and economic performance across seasons</a:t>
            </a:r>
          </a:p>
          <a:p>
            <a:pPr marL="285750" lvl="0" indent="-285750" algn="just">
              <a:lnSpc>
                <a:spcPct val="150000"/>
              </a:lnSpc>
              <a:buClr>
                <a:schemeClr val="accent1">
                  <a:lumMod val="75000"/>
                </a:schemeClr>
              </a:buClr>
              <a:buFont typeface="Wingdings" panose="05000000000000000000" pitchFamily="2" charset="2"/>
              <a:buChar char="§"/>
            </a:pPr>
            <a:r>
              <a:rPr lang="en-IN" sz="2000" b="1" dirty="0"/>
              <a:t>Approach:</a:t>
            </a:r>
            <a:r>
              <a:rPr lang="en-IN" sz="2000" dirty="0"/>
              <a:t> Data cleaning → Exploratory analysis → Statistical testing → Visualization → Insights</a:t>
            </a:r>
          </a:p>
          <a:p>
            <a:pPr marL="285750" lvl="0" indent="-285750" algn="just">
              <a:lnSpc>
                <a:spcPct val="150000"/>
              </a:lnSpc>
              <a:buClr>
                <a:schemeClr val="accent1">
                  <a:lumMod val="75000"/>
                </a:schemeClr>
              </a:buClr>
              <a:buFont typeface="Wingdings" panose="05000000000000000000" pitchFamily="2" charset="2"/>
              <a:buChar char="§"/>
            </a:pPr>
            <a:r>
              <a:rPr lang="en-IN" sz="2000" b="1" dirty="0"/>
              <a:t>Tools:</a:t>
            </a:r>
            <a:r>
              <a:rPr lang="en-IN" sz="2000" dirty="0"/>
              <a:t> Python (Pandas, Matplotlib, Seaborn, SciPy) on Google Colab</a:t>
            </a:r>
          </a:p>
          <a:p>
            <a:pPr marL="285750" lvl="0" indent="-285750" algn="just">
              <a:lnSpc>
                <a:spcPct val="150000"/>
              </a:lnSpc>
              <a:buClr>
                <a:schemeClr val="accent1">
                  <a:lumMod val="75000"/>
                </a:schemeClr>
              </a:buClr>
              <a:buFont typeface="Wingdings" panose="05000000000000000000" pitchFamily="2" charset="2"/>
              <a:buChar char="§"/>
            </a:pPr>
            <a:r>
              <a:rPr lang="en-IN" sz="2000" b="1" dirty="0"/>
              <a:t>Goal:</a:t>
            </a:r>
            <a:r>
              <a:rPr lang="en-IN" sz="2000" dirty="0"/>
              <a:t> Identify seasonal patterns, trends, and relationships to support evidence-based agricultural planning</a:t>
            </a:r>
          </a:p>
          <a:p>
            <a:pPr marL="285750" lvl="0" indent="-285750" algn="just">
              <a:lnSpc>
                <a:spcPct val="150000"/>
              </a:lnSpc>
              <a:buClr>
                <a:schemeClr val="accent1">
                  <a:lumMod val="75000"/>
                </a:schemeClr>
              </a:buClr>
              <a:buFont typeface="Wingdings" panose="05000000000000000000" pitchFamily="2" charset="2"/>
              <a:buChar char="§"/>
            </a:pPr>
            <a:r>
              <a:rPr lang="en-IN" sz="2000" b="1" dirty="0"/>
              <a:t>Outcome:</a:t>
            </a:r>
            <a:r>
              <a:rPr lang="en-IN" sz="2000" dirty="0"/>
              <a:t> Season-wise, crop-wise, and state-wise insights with actionable recommendations</a:t>
            </a:r>
          </a:p>
        </p:txBody>
      </p:sp>
    </p:spTree>
    <p:extLst>
      <p:ext uri="{BB962C8B-B14F-4D97-AF65-F5344CB8AC3E}">
        <p14:creationId xmlns:p14="http://schemas.microsoft.com/office/powerpoint/2010/main" val="1618488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063437"/>
            <a:ext cx="7904481" cy="5425469"/>
          </a:xfrm>
        </p:spPr>
        <p:txBody>
          <a:bodyPr>
            <a:normAutofit fontScale="32500" lnSpcReduction="20000"/>
          </a:bodyPr>
          <a:lstStyle/>
          <a:p>
            <a:pPr algn="just">
              <a:lnSpc>
                <a:spcPct val="150000"/>
              </a:lnSpc>
              <a:spcAft>
                <a:spcPts val="1200"/>
              </a:spcAft>
            </a:pPr>
            <a:r>
              <a:rPr lang="en-US" sz="6000" dirty="0"/>
              <a:t>Farmers — choose crops/irrigation methods suited to the season</a:t>
            </a:r>
            <a:endParaRPr lang="en-US" sz="9600" dirty="0"/>
          </a:p>
          <a:p>
            <a:pPr algn="just">
              <a:spcAft>
                <a:spcPts val="1200"/>
              </a:spcAft>
            </a:pPr>
            <a:r>
              <a:rPr lang="en-US" sz="6000" dirty="0"/>
              <a:t>Agricultural Officers &amp; Extension Workers — give season-specific advisories</a:t>
            </a:r>
          </a:p>
          <a:p>
            <a:pPr algn="just">
              <a:spcAft>
                <a:spcPts val="1200"/>
              </a:spcAft>
            </a:pPr>
            <a:r>
              <a:rPr lang="en-US" sz="6000" dirty="0"/>
              <a:t>State Agriculture Departments &amp; Policy Makers — design seasonal subsidy schemes</a:t>
            </a:r>
          </a:p>
          <a:p>
            <a:pPr algn="just">
              <a:spcAft>
                <a:spcPts val="1200"/>
              </a:spcAft>
            </a:pPr>
            <a:r>
              <a:rPr lang="en-US" sz="6000" dirty="0"/>
              <a:t>Agri-Input Companies — plan seasonal demand for seeds, fertilizer, pesticides</a:t>
            </a:r>
          </a:p>
          <a:p>
            <a:pPr algn="just">
              <a:spcAft>
                <a:spcPts val="1200"/>
              </a:spcAft>
            </a:pPr>
            <a:r>
              <a:rPr lang="en-US" sz="6000" dirty="0"/>
              <a:t>Banks &amp; Crop Insurance Providers — assess seasonal risk for loans and insurance</a:t>
            </a:r>
          </a:p>
          <a:p>
            <a:pPr algn="just">
              <a:spcAft>
                <a:spcPts val="1200"/>
              </a:spcAft>
            </a:pPr>
            <a:r>
              <a:rPr lang="en-US" sz="6000" dirty="0"/>
              <a:t>Agricultural Researchers &amp; Analysts — study trends, build predictive models</a:t>
            </a:r>
          </a:p>
          <a:p>
            <a:pPr algn="just">
              <a:spcAft>
                <a:spcPts val="1200"/>
              </a:spcAft>
            </a:pPr>
            <a:r>
              <a:rPr lang="en-US" sz="6000" dirty="0"/>
              <a:t>NGOs &amp; Rural Development Organizations — target support to loss-making regions</a:t>
            </a:r>
          </a:p>
          <a:p>
            <a:pPr lvl="0">
              <a:lnSpc>
                <a:spcPct val="120000"/>
              </a:lnSpc>
            </a:pPr>
            <a:endParaRPr lang="en-IN" sz="60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9339" y="369094"/>
            <a:ext cx="10046070" cy="802641"/>
          </a:xfrm>
        </p:spPr>
        <p:txBody>
          <a:bodyPr>
            <a:normAutofit/>
          </a:bodyPr>
          <a:lstStyle/>
          <a:p>
            <a:r>
              <a:rPr lang="en-US" sz="3200" dirty="0"/>
              <a:t>WHO ARE THE END USERS?</a:t>
            </a:r>
            <a:endParaRPr lang="en-IN" sz="2000"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371150" y="151447"/>
            <a:ext cx="5306291" cy="847817"/>
          </a:xfrm>
        </p:spPr>
        <p:txBody>
          <a:bodyPr>
            <a:normAutofit/>
          </a:bodyPr>
          <a:lstStyle/>
          <a:p>
            <a:r>
              <a:rPr lang="en-US" dirty="0"/>
              <a:t>Technology Used</a:t>
            </a:r>
          </a:p>
        </p:txBody>
      </p:sp>
      <p:graphicFrame>
        <p:nvGraphicFramePr>
          <p:cNvPr id="7" name="Table 6">
            <a:extLst>
              <a:ext uri="{FF2B5EF4-FFF2-40B4-BE49-F238E27FC236}">
                <a16:creationId xmlns:a16="http://schemas.microsoft.com/office/drawing/2014/main" id="{D2684BE2-54DB-7FEE-211C-C72A5C158626}"/>
              </a:ext>
            </a:extLst>
          </p:cNvPr>
          <p:cNvGraphicFramePr>
            <a:graphicFrameLocks noGrp="1"/>
          </p:cNvGraphicFramePr>
          <p:nvPr>
            <p:extLst>
              <p:ext uri="{D42A27DB-BD31-4B8C-83A1-F6EECF244321}">
                <p14:modId xmlns:p14="http://schemas.microsoft.com/office/powerpoint/2010/main" val="2098759229"/>
              </p:ext>
            </p:extLst>
          </p:nvPr>
        </p:nvGraphicFramePr>
        <p:xfrm>
          <a:off x="1660849" y="1289565"/>
          <a:ext cx="7875037" cy="4600000"/>
        </p:xfrm>
        <a:graphic>
          <a:graphicData uri="http://schemas.openxmlformats.org/drawingml/2006/table">
            <a:tbl>
              <a:tblPr firstRow="1" bandRow="1">
                <a:tableStyleId>{5C22544A-7EE6-4342-B048-85BDC9FD1C3A}</a:tableStyleId>
              </a:tblPr>
              <a:tblGrid>
                <a:gridCol w="1715014">
                  <a:extLst>
                    <a:ext uri="{9D8B030D-6E8A-4147-A177-3AD203B41FA5}">
                      <a16:colId xmlns:a16="http://schemas.microsoft.com/office/drawing/2014/main" val="20000"/>
                    </a:ext>
                  </a:extLst>
                </a:gridCol>
                <a:gridCol w="2407207">
                  <a:extLst>
                    <a:ext uri="{9D8B030D-6E8A-4147-A177-3AD203B41FA5}">
                      <a16:colId xmlns:a16="http://schemas.microsoft.com/office/drawing/2014/main" val="20001"/>
                    </a:ext>
                  </a:extLst>
                </a:gridCol>
                <a:gridCol w="3752816">
                  <a:extLst>
                    <a:ext uri="{9D8B030D-6E8A-4147-A177-3AD203B41FA5}">
                      <a16:colId xmlns:a16="http://schemas.microsoft.com/office/drawing/2014/main" val="20002"/>
                    </a:ext>
                  </a:extLst>
                </a:gridCol>
              </a:tblGrid>
              <a:tr h="460000">
                <a:tc>
                  <a:txBody>
                    <a:bodyPr/>
                    <a:lstStyle>
                      <a:defPPr>
                        <a:defRPr lang="en-US" b="1">
                          <a:solidFill>
                            <a:schemeClr val="lt1"/>
                          </a:solidFill>
                        </a:defRPr>
                      </a:defPPr>
                      <a:lvl1pPr marL="0" algn="l" defTabSz="457200" rtl="0" eaLnBrk="1" latinLnBrk="0" hangingPunct="1">
                        <a:defRPr sz="1800" b="1" kern="1200">
                          <a:solidFill>
                            <a:schemeClr val="lt1"/>
                          </a:solidFill>
                          <a:latin typeface="+mn-lt"/>
                          <a:ea typeface="+mn-ea"/>
                          <a:cs typeface="+mn-cs"/>
                        </a:defRPr>
                      </a:lvl1pPr>
                      <a:lvl2pPr marL="457200" algn="l" defTabSz="457200" rtl="0" eaLnBrk="1" latinLnBrk="0" hangingPunct="1">
                        <a:defRPr sz="1800" b="1" kern="1200">
                          <a:solidFill>
                            <a:schemeClr val="lt1"/>
                          </a:solidFill>
                          <a:latin typeface="+mn-lt"/>
                          <a:ea typeface="+mn-ea"/>
                          <a:cs typeface="+mn-cs"/>
                        </a:defRPr>
                      </a:lvl2pPr>
                      <a:lvl3pPr marL="914400" algn="l" defTabSz="457200" rtl="0" eaLnBrk="1" latinLnBrk="0" hangingPunct="1">
                        <a:defRPr sz="1800" b="1" kern="1200">
                          <a:solidFill>
                            <a:schemeClr val="lt1"/>
                          </a:solidFill>
                          <a:latin typeface="+mn-lt"/>
                          <a:ea typeface="+mn-ea"/>
                          <a:cs typeface="+mn-cs"/>
                        </a:defRPr>
                      </a:lvl3pPr>
                      <a:lvl4pPr marL="1371600" algn="l" defTabSz="457200" rtl="0" eaLnBrk="1" latinLnBrk="0" hangingPunct="1">
                        <a:defRPr sz="1800" b="1" kern="1200">
                          <a:solidFill>
                            <a:schemeClr val="lt1"/>
                          </a:solidFill>
                          <a:latin typeface="+mn-lt"/>
                          <a:ea typeface="+mn-ea"/>
                          <a:cs typeface="+mn-cs"/>
                        </a:defRPr>
                      </a:lvl4pPr>
                      <a:lvl5pPr marL="1828800" algn="l" defTabSz="457200" rtl="0" eaLnBrk="1" latinLnBrk="0" hangingPunct="1">
                        <a:defRPr sz="1800" b="1" kern="1200">
                          <a:solidFill>
                            <a:schemeClr val="lt1"/>
                          </a:solidFill>
                          <a:latin typeface="+mn-lt"/>
                          <a:ea typeface="+mn-ea"/>
                          <a:cs typeface="+mn-cs"/>
                        </a:defRPr>
                      </a:lvl5pPr>
                      <a:lvl6pPr marL="2286000" algn="l" defTabSz="457200" rtl="0" eaLnBrk="1" latinLnBrk="0" hangingPunct="1">
                        <a:defRPr sz="1800" b="1" kern="1200">
                          <a:solidFill>
                            <a:schemeClr val="lt1"/>
                          </a:solidFill>
                          <a:latin typeface="+mn-lt"/>
                          <a:ea typeface="+mn-ea"/>
                          <a:cs typeface="+mn-cs"/>
                        </a:defRPr>
                      </a:lvl6pPr>
                      <a:lvl7pPr marL="2743200" algn="l" defTabSz="457200" rtl="0" eaLnBrk="1" latinLnBrk="0" hangingPunct="1">
                        <a:defRPr sz="1800" b="1" kern="1200">
                          <a:solidFill>
                            <a:schemeClr val="lt1"/>
                          </a:solidFill>
                          <a:latin typeface="+mn-lt"/>
                          <a:ea typeface="+mn-ea"/>
                          <a:cs typeface="+mn-cs"/>
                        </a:defRPr>
                      </a:lvl7pPr>
                      <a:lvl8pPr marL="3200400" algn="l" defTabSz="457200" rtl="0" eaLnBrk="1" latinLnBrk="0" hangingPunct="1">
                        <a:defRPr sz="1800" b="1" kern="1200">
                          <a:solidFill>
                            <a:schemeClr val="lt1"/>
                          </a:solidFill>
                          <a:latin typeface="+mn-lt"/>
                          <a:ea typeface="+mn-ea"/>
                          <a:cs typeface="+mn-cs"/>
                        </a:defRPr>
                      </a:lvl8pPr>
                      <a:lvl9pPr marL="3657600" algn="l" defTabSz="457200" rtl="0" eaLnBrk="1" latinLnBrk="0" hangingPunct="1">
                        <a:defRPr sz="1800" b="1" kern="1200">
                          <a:solidFill>
                            <a:schemeClr val="lt1"/>
                          </a:solidFill>
                          <a:latin typeface="+mn-lt"/>
                          <a:ea typeface="+mn-ea"/>
                          <a:cs typeface="+mn-cs"/>
                        </a:defRPr>
                      </a:lvl9pPr>
                    </a:lstStyle>
                    <a:p>
                      <a:r>
                        <a:rPr sz="1400" b="1" dirty="0">
                          <a:solidFill>
                            <a:srgbClr val="0070C0"/>
                          </a:solidFill>
                        </a:rPr>
                        <a:t>Category</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b="1">
                          <a:solidFill>
                            <a:schemeClr val="lt1"/>
                          </a:solidFill>
                        </a:defRPr>
                      </a:defPPr>
                      <a:lvl1pPr marL="0" algn="l" defTabSz="457200" rtl="0" eaLnBrk="1" latinLnBrk="0" hangingPunct="1">
                        <a:defRPr sz="1800" b="1" kern="1200">
                          <a:solidFill>
                            <a:schemeClr val="lt1"/>
                          </a:solidFill>
                          <a:latin typeface="+mn-lt"/>
                          <a:ea typeface="+mn-ea"/>
                          <a:cs typeface="+mn-cs"/>
                        </a:defRPr>
                      </a:lvl1pPr>
                      <a:lvl2pPr marL="457200" algn="l" defTabSz="457200" rtl="0" eaLnBrk="1" latinLnBrk="0" hangingPunct="1">
                        <a:defRPr sz="1800" b="1" kern="1200">
                          <a:solidFill>
                            <a:schemeClr val="lt1"/>
                          </a:solidFill>
                          <a:latin typeface="+mn-lt"/>
                          <a:ea typeface="+mn-ea"/>
                          <a:cs typeface="+mn-cs"/>
                        </a:defRPr>
                      </a:lvl2pPr>
                      <a:lvl3pPr marL="914400" algn="l" defTabSz="457200" rtl="0" eaLnBrk="1" latinLnBrk="0" hangingPunct="1">
                        <a:defRPr sz="1800" b="1" kern="1200">
                          <a:solidFill>
                            <a:schemeClr val="lt1"/>
                          </a:solidFill>
                          <a:latin typeface="+mn-lt"/>
                          <a:ea typeface="+mn-ea"/>
                          <a:cs typeface="+mn-cs"/>
                        </a:defRPr>
                      </a:lvl3pPr>
                      <a:lvl4pPr marL="1371600" algn="l" defTabSz="457200" rtl="0" eaLnBrk="1" latinLnBrk="0" hangingPunct="1">
                        <a:defRPr sz="1800" b="1" kern="1200">
                          <a:solidFill>
                            <a:schemeClr val="lt1"/>
                          </a:solidFill>
                          <a:latin typeface="+mn-lt"/>
                          <a:ea typeface="+mn-ea"/>
                          <a:cs typeface="+mn-cs"/>
                        </a:defRPr>
                      </a:lvl4pPr>
                      <a:lvl5pPr marL="1828800" algn="l" defTabSz="457200" rtl="0" eaLnBrk="1" latinLnBrk="0" hangingPunct="1">
                        <a:defRPr sz="1800" b="1" kern="1200">
                          <a:solidFill>
                            <a:schemeClr val="lt1"/>
                          </a:solidFill>
                          <a:latin typeface="+mn-lt"/>
                          <a:ea typeface="+mn-ea"/>
                          <a:cs typeface="+mn-cs"/>
                        </a:defRPr>
                      </a:lvl5pPr>
                      <a:lvl6pPr marL="2286000" algn="l" defTabSz="457200" rtl="0" eaLnBrk="1" latinLnBrk="0" hangingPunct="1">
                        <a:defRPr sz="1800" b="1" kern="1200">
                          <a:solidFill>
                            <a:schemeClr val="lt1"/>
                          </a:solidFill>
                          <a:latin typeface="+mn-lt"/>
                          <a:ea typeface="+mn-ea"/>
                          <a:cs typeface="+mn-cs"/>
                        </a:defRPr>
                      </a:lvl6pPr>
                      <a:lvl7pPr marL="2743200" algn="l" defTabSz="457200" rtl="0" eaLnBrk="1" latinLnBrk="0" hangingPunct="1">
                        <a:defRPr sz="1800" b="1" kern="1200">
                          <a:solidFill>
                            <a:schemeClr val="lt1"/>
                          </a:solidFill>
                          <a:latin typeface="+mn-lt"/>
                          <a:ea typeface="+mn-ea"/>
                          <a:cs typeface="+mn-cs"/>
                        </a:defRPr>
                      </a:lvl7pPr>
                      <a:lvl8pPr marL="3200400" algn="l" defTabSz="457200" rtl="0" eaLnBrk="1" latinLnBrk="0" hangingPunct="1">
                        <a:defRPr sz="1800" b="1" kern="1200">
                          <a:solidFill>
                            <a:schemeClr val="lt1"/>
                          </a:solidFill>
                          <a:latin typeface="+mn-lt"/>
                          <a:ea typeface="+mn-ea"/>
                          <a:cs typeface="+mn-cs"/>
                        </a:defRPr>
                      </a:lvl8pPr>
                      <a:lvl9pPr marL="3657600" algn="l" defTabSz="457200" rtl="0" eaLnBrk="1" latinLnBrk="0" hangingPunct="1">
                        <a:defRPr sz="1800" b="1" kern="1200">
                          <a:solidFill>
                            <a:schemeClr val="lt1"/>
                          </a:solidFill>
                          <a:latin typeface="+mn-lt"/>
                          <a:ea typeface="+mn-ea"/>
                          <a:cs typeface="+mn-cs"/>
                        </a:defRPr>
                      </a:lvl9pPr>
                    </a:lstStyle>
                    <a:p>
                      <a:r>
                        <a:rPr sz="1400" b="1" dirty="0">
                          <a:solidFill>
                            <a:srgbClr val="0070C0"/>
                          </a:solidFill>
                        </a:rPr>
                        <a:t>Technology / Tool</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b="1">
                          <a:solidFill>
                            <a:schemeClr val="lt1"/>
                          </a:solidFill>
                        </a:defRPr>
                      </a:defPPr>
                      <a:lvl1pPr marL="0" algn="l" defTabSz="457200" rtl="0" eaLnBrk="1" latinLnBrk="0" hangingPunct="1">
                        <a:defRPr sz="1800" b="1" kern="1200">
                          <a:solidFill>
                            <a:schemeClr val="lt1"/>
                          </a:solidFill>
                          <a:latin typeface="+mn-lt"/>
                          <a:ea typeface="+mn-ea"/>
                          <a:cs typeface="+mn-cs"/>
                        </a:defRPr>
                      </a:lvl1pPr>
                      <a:lvl2pPr marL="457200" algn="l" defTabSz="457200" rtl="0" eaLnBrk="1" latinLnBrk="0" hangingPunct="1">
                        <a:defRPr sz="1800" b="1" kern="1200">
                          <a:solidFill>
                            <a:schemeClr val="lt1"/>
                          </a:solidFill>
                          <a:latin typeface="+mn-lt"/>
                          <a:ea typeface="+mn-ea"/>
                          <a:cs typeface="+mn-cs"/>
                        </a:defRPr>
                      </a:lvl2pPr>
                      <a:lvl3pPr marL="914400" algn="l" defTabSz="457200" rtl="0" eaLnBrk="1" latinLnBrk="0" hangingPunct="1">
                        <a:defRPr sz="1800" b="1" kern="1200">
                          <a:solidFill>
                            <a:schemeClr val="lt1"/>
                          </a:solidFill>
                          <a:latin typeface="+mn-lt"/>
                          <a:ea typeface="+mn-ea"/>
                          <a:cs typeface="+mn-cs"/>
                        </a:defRPr>
                      </a:lvl3pPr>
                      <a:lvl4pPr marL="1371600" algn="l" defTabSz="457200" rtl="0" eaLnBrk="1" latinLnBrk="0" hangingPunct="1">
                        <a:defRPr sz="1800" b="1" kern="1200">
                          <a:solidFill>
                            <a:schemeClr val="lt1"/>
                          </a:solidFill>
                          <a:latin typeface="+mn-lt"/>
                          <a:ea typeface="+mn-ea"/>
                          <a:cs typeface="+mn-cs"/>
                        </a:defRPr>
                      </a:lvl4pPr>
                      <a:lvl5pPr marL="1828800" algn="l" defTabSz="457200" rtl="0" eaLnBrk="1" latinLnBrk="0" hangingPunct="1">
                        <a:defRPr sz="1800" b="1" kern="1200">
                          <a:solidFill>
                            <a:schemeClr val="lt1"/>
                          </a:solidFill>
                          <a:latin typeface="+mn-lt"/>
                          <a:ea typeface="+mn-ea"/>
                          <a:cs typeface="+mn-cs"/>
                        </a:defRPr>
                      </a:lvl5pPr>
                      <a:lvl6pPr marL="2286000" algn="l" defTabSz="457200" rtl="0" eaLnBrk="1" latinLnBrk="0" hangingPunct="1">
                        <a:defRPr sz="1800" b="1" kern="1200">
                          <a:solidFill>
                            <a:schemeClr val="lt1"/>
                          </a:solidFill>
                          <a:latin typeface="+mn-lt"/>
                          <a:ea typeface="+mn-ea"/>
                          <a:cs typeface="+mn-cs"/>
                        </a:defRPr>
                      </a:lvl6pPr>
                      <a:lvl7pPr marL="2743200" algn="l" defTabSz="457200" rtl="0" eaLnBrk="1" latinLnBrk="0" hangingPunct="1">
                        <a:defRPr sz="1800" b="1" kern="1200">
                          <a:solidFill>
                            <a:schemeClr val="lt1"/>
                          </a:solidFill>
                          <a:latin typeface="+mn-lt"/>
                          <a:ea typeface="+mn-ea"/>
                          <a:cs typeface="+mn-cs"/>
                        </a:defRPr>
                      </a:lvl7pPr>
                      <a:lvl8pPr marL="3200400" algn="l" defTabSz="457200" rtl="0" eaLnBrk="1" latinLnBrk="0" hangingPunct="1">
                        <a:defRPr sz="1800" b="1" kern="1200">
                          <a:solidFill>
                            <a:schemeClr val="lt1"/>
                          </a:solidFill>
                          <a:latin typeface="+mn-lt"/>
                          <a:ea typeface="+mn-ea"/>
                          <a:cs typeface="+mn-cs"/>
                        </a:defRPr>
                      </a:lvl8pPr>
                      <a:lvl9pPr marL="3657600" algn="l" defTabSz="457200" rtl="0" eaLnBrk="1" latinLnBrk="0" hangingPunct="1">
                        <a:defRPr sz="1800" b="1" kern="1200">
                          <a:solidFill>
                            <a:schemeClr val="lt1"/>
                          </a:solidFill>
                          <a:latin typeface="+mn-lt"/>
                          <a:ea typeface="+mn-ea"/>
                          <a:cs typeface="+mn-cs"/>
                        </a:defRPr>
                      </a:lvl9pPr>
                    </a:lstStyle>
                    <a:p>
                      <a:r>
                        <a:rPr sz="1400" b="1" dirty="0">
                          <a:solidFill>
                            <a:srgbClr val="0070C0"/>
                          </a:solidFill>
                        </a:rPr>
                        <a:t>Purpose</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60000">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dirty="0">
                          <a:solidFill>
                            <a:srgbClr val="202020"/>
                          </a:solidFill>
                        </a:rPr>
                        <a:t>Language</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dirty="0">
                          <a:solidFill>
                            <a:srgbClr val="202020"/>
                          </a:solidFill>
                        </a:rPr>
                        <a:t>Python </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Core language for the analysis</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60000">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dirty="0">
                          <a:solidFill>
                            <a:srgbClr val="202020"/>
                          </a:solidFill>
                        </a:rPr>
                        <a:t>Platform</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dirty="0">
                          <a:solidFill>
                            <a:srgbClr val="202020"/>
                          </a:solidFill>
                        </a:rPr>
                        <a:t>Google </a:t>
                      </a:r>
                      <a:r>
                        <a:rPr sz="1300" b="0" dirty="0" err="1">
                          <a:solidFill>
                            <a:srgbClr val="202020"/>
                          </a:solidFill>
                        </a:rPr>
                        <a:t>Colab</a:t>
                      </a:r>
                      <a:endParaRPr sz="1300" b="0" dirty="0">
                        <a:solidFill>
                          <a:srgbClr val="202020"/>
                        </a:solidFill>
                      </a:endParaRP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Cloud notebook environment</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60000">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Library</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dirty="0">
                          <a:solidFill>
                            <a:srgbClr val="202020"/>
                          </a:solidFill>
                        </a:rPr>
                        <a:t>Pandas</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Data loading, cleaning, manipulation</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60000">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Library</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dirty="0">
                          <a:solidFill>
                            <a:srgbClr val="202020"/>
                          </a:solidFill>
                        </a:rPr>
                        <a:t>NumPy</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Numerical computations</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60000">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Library</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dirty="0">
                          <a:solidFill>
                            <a:srgbClr val="202020"/>
                          </a:solidFill>
                        </a:rPr>
                        <a:t>Matplotlib</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Charts and plots</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60000">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Library</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Seaborn</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dirty="0">
                          <a:solidFill>
                            <a:srgbClr val="202020"/>
                          </a:solidFill>
                        </a:rPr>
                        <a:t>Statistical visualizations</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60000">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Library</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SciPy</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dirty="0">
                          <a:solidFill>
                            <a:srgbClr val="202020"/>
                          </a:solidFill>
                        </a:rPr>
                        <a:t>ANOVA hypothesis testing</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60000">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Library</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Statsmodels</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dirty="0">
                          <a:solidFill>
                            <a:srgbClr val="202020"/>
                          </a:solidFill>
                        </a:rPr>
                        <a:t>Tukey HSD post-hoc testing</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460000">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File Format</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a:solidFill>
                            <a:srgbClr val="202020"/>
                          </a:solidFill>
                        </a:rPr>
                        <a:t>CSV / .ipynb</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defPPr>
                        <a:defRPr lang="en-US">
                          <a:solidFill>
                            <a:schemeClr val="dk1"/>
                          </a:solidFill>
                        </a:defRPr>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sz="1300" b="0" dirty="0">
                          <a:solidFill>
                            <a:srgbClr val="202020"/>
                          </a:solidFill>
                        </a:rPr>
                        <a:t>Dataset input &amp; notebook documentation</a:t>
                      </a:r>
                    </a:p>
                  </a:txBody>
                  <a:tcPr marT="30000" marB="3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80110" y="1275371"/>
            <a:ext cx="9643123" cy="477520"/>
          </a:xfrm>
        </p:spPr>
        <p:txBody>
          <a:bodyPr vert="horz" lIns="91440" tIns="45720" rIns="91440" bIns="45720" rtlCol="0" anchor="t">
            <a:normAutofit fontScale="77500" lnSpcReduction="20000"/>
          </a:bodyPr>
          <a:lstStyle/>
          <a:p>
            <a:pPr marL="0" indent="0">
              <a:buNone/>
            </a:pPr>
            <a:r>
              <a:rPr lang="en-US" dirty="0"/>
              <a:t>[</a:t>
            </a:r>
            <a:r>
              <a:rPr lang="en-US" b="1" dirty="0"/>
              <a:t>Environmental Conditions by Season — Rainfall, Temperature, Humidity, Sunlight, Soil Moisture</a:t>
            </a:r>
            <a:r>
              <a:rPr lang="en-US" dirty="0"/>
              <a:t> ]</a:t>
            </a:r>
            <a:endParaRPr lang="en-IN" dirty="0"/>
          </a:p>
        </p:txBody>
      </p:sp>
      <p:pic>
        <p:nvPicPr>
          <p:cNvPr id="2" name="Picture 1">
            <a:extLst>
              <a:ext uri="{FF2B5EF4-FFF2-40B4-BE49-F238E27FC236}">
                <a16:creationId xmlns:a16="http://schemas.microsoft.com/office/drawing/2014/main" id="{A5CC3BD9-7D0C-BD10-F125-0A7962AADE47}"/>
              </a:ext>
            </a:extLst>
          </p:cNvPr>
          <p:cNvPicPr>
            <a:picLocks noChangeAspect="1"/>
          </p:cNvPicPr>
          <p:nvPr/>
        </p:nvPicPr>
        <p:blipFill>
          <a:blip r:embed="rId3"/>
          <a:stretch>
            <a:fillRect/>
          </a:stretch>
        </p:blipFill>
        <p:spPr>
          <a:xfrm>
            <a:off x="1074420" y="1752891"/>
            <a:ext cx="7528560" cy="46402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9350296" cy="477520"/>
          </a:xfrm>
        </p:spPr>
        <p:txBody>
          <a:bodyPr>
            <a:normAutofit fontScale="85000" lnSpcReduction="10000"/>
          </a:bodyPr>
          <a:lstStyle/>
          <a:p>
            <a:pPr marL="0" indent="0">
              <a:buNone/>
            </a:pPr>
            <a:r>
              <a:rPr lang="en-US" dirty="0"/>
              <a:t>[</a:t>
            </a:r>
            <a:r>
              <a:rPr lang="en-US" b="1" dirty="0"/>
              <a:t>Resource Usage by Season — Fertilizer, Pesticide, Water Used, Water Efficiency</a:t>
            </a:r>
            <a:r>
              <a:rPr lang="en-US" dirty="0"/>
              <a:t> ]</a:t>
            </a:r>
            <a:endParaRPr lang="en-IN" dirty="0"/>
          </a:p>
        </p:txBody>
      </p:sp>
      <p:pic>
        <p:nvPicPr>
          <p:cNvPr id="2" name="Picture 1">
            <a:extLst>
              <a:ext uri="{FF2B5EF4-FFF2-40B4-BE49-F238E27FC236}">
                <a16:creationId xmlns:a16="http://schemas.microsoft.com/office/drawing/2014/main" id="{5FBAEDD7-BD4C-D2DD-29C9-0D4E759CD612}"/>
              </a:ext>
            </a:extLst>
          </p:cNvPr>
          <p:cNvPicPr>
            <a:picLocks noChangeAspect="1"/>
          </p:cNvPicPr>
          <p:nvPr/>
        </p:nvPicPr>
        <p:blipFill>
          <a:blip r:embed="rId3"/>
          <a:stretch>
            <a:fillRect/>
          </a:stretch>
        </p:blipFill>
        <p:spPr>
          <a:xfrm>
            <a:off x="1569721" y="1941448"/>
            <a:ext cx="6766560" cy="386255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7" y="1201586"/>
            <a:ext cx="9190276" cy="477520"/>
          </a:xfrm>
        </p:spPr>
        <p:txBody>
          <a:bodyPr>
            <a:normAutofit/>
          </a:bodyPr>
          <a:lstStyle/>
          <a:p>
            <a:pPr marL="0" indent="0">
              <a:buNone/>
            </a:pPr>
            <a:r>
              <a:rPr lang="en-US" dirty="0"/>
              <a:t>[</a:t>
            </a:r>
            <a:r>
              <a:rPr lang="en-US" b="1" dirty="0"/>
              <a:t>Average Yield (</a:t>
            </a:r>
            <a:r>
              <a:rPr lang="en-US" b="1" dirty="0" err="1"/>
              <a:t>Tonnes</a:t>
            </a:r>
            <a:r>
              <a:rPr lang="en-US" b="1" dirty="0"/>
              <a:t>/Hectare) by Crop and Season</a:t>
            </a:r>
            <a:r>
              <a:rPr lang="en-US" dirty="0"/>
              <a:t>]</a:t>
            </a:r>
            <a:endParaRPr lang="en-IN" dirty="0"/>
          </a:p>
        </p:txBody>
      </p:sp>
      <p:pic>
        <p:nvPicPr>
          <p:cNvPr id="2" name="Picture 1">
            <a:extLst>
              <a:ext uri="{FF2B5EF4-FFF2-40B4-BE49-F238E27FC236}">
                <a16:creationId xmlns:a16="http://schemas.microsoft.com/office/drawing/2014/main" id="{7215E1F9-C647-4435-567A-48380F08819E}"/>
              </a:ext>
            </a:extLst>
          </p:cNvPr>
          <p:cNvPicPr>
            <a:picLocks noChangeAspect="1"/>
          </p:cNvPicPr>
          <p:nvPr/>
        </p:nvPicPr>
        <p:blipFill>
          <a:blip r:embed="rId3"/>
          <a:stretch>
            <a:fillRect/>
          </a:stretch>
        </p:blipFill>
        <p:spPr>
          <a:xfrm>
            <a:off x="1306389" y="1813850"/>
            <a:ext cx="6078610" cy="405110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7300516" cy="477520"/>
          </a:xfrm>
        </p:spPr>
        <p:txBody>
          <a:bodyPr>
            <a:normAutofit fontScale="77500" lnSpcReduction="20000"/>
          </a:bodyPr>
          <a:lstStyle/>
          <a:p>
            <a:pPr marL="0" indent="0">
              <a:buNone/>
            </a:pPr>
            <a:r>
              <a:rPr lang="en-US" dirty="0"/>
              <a:t>[</a:t>
            </a:r>
            <a:r>
              <a:rPr lang="en-US" b="1" dirty="0"/>
              <a:t>Economic Performance by Season — Cost, Revenue, Profit, Profit Margin</a:t>
            </a:r>
            <a:r>
              <a:rPr lang="en-US" dirty="0"/>
              <a:t> ]</a:t>
            </a:r>
            <a:endParaRPr lang="en-IN" dirty="0"/>
          </a:p>
        </p:txBody>
      </p:sp>
      <p:pic>
        <p:nvPicPr>
          <p:cNvPr id="2" name="Picture 1">
            <a:extLst>
              <a:ext uri="{FF2B5EF4-FFF2-40B4-BE49-F238E27FC236}">
                <a16:creationId xmlns:a16="http://schemas.microsoft.com/office/drawing/2014/main" id="{E4D52523-C484-DE96-6760-EC89CB256B3F}"/>
              </a:ext>
            </a:extLst>
          </p:cNvPr>
          <p:cNvPicPr>
            <a:picLocks noChangeAspect="1"/>
          </p:cNvPicPr>
          <p:nvPr/>
        </p:nvPicPr>
        <p:blipFill>
          <a:blip r:embed="rId3"/>
          <a:stretch>
            <a:fillRect/>
          </a:stretch>
        </p:blipFill>
        <p:spPr>
          <a:xfrm>
            <a:off x="746651" y="1941449"/>
            <a:ext cx="7421541" cy="370622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8740696" cy="477520"/>
          </a:xfrm>
        </p:spPr>
        <p:txBody>
          <a:bodyPr>
            <a:normAutofit/>
          </a:bodyPr>
          <a:lstStyle/>
          <a:p>
            <a:pPr marL="0" indent="0">
              <a:buNone/>
            </a:pPr>
            <a:r>
              <a:rPr lang="en-US" dirty="0"/>
              <a:t>[</a:t>
            </a:r>
            <a:r>
              <a:rPr lang="en-US" b="1" dirty="0"/>
              <a:t>Correlation Heatmap of Key Numeric Variables</a:t>
            </a:r>
            <a:r>
              <a:rPr lang="en-US" dirty="0"/>
              <a:t> ]</a:t>
            </a:r>
            <a:endParaRPr lang="en-IN" dirty="0"/>
          </a:p>
        </p:txBody>
      </p:sp>
      <p:pic>
        <p:nvPicPr>
          <p:cNvPr id="2" name="Picture 1">
            <a:extLst>
              <a:ext uri="{FF2B5EF4-FFF2-40B4-BE49-F238E27FC236}">
                <a16:creationId xmlns:a16="http://schemas.microsoft.com/office/drawing/2014/main" id="{E590B4A6-DF04-6357-8BA4-14BDD64D8471}"/>
              </a:ext>
            </a:extLst>
          </p:cNvPr>
          <p:cNvPicPr>
            <a:picLocks noChangeAspect="1"/>
          </p:cNvPicPr>
          <p:nvPr/>
        </p:nvPicPr>
        <p:blipFill>
          <a:blip r:embed="rId3"/>
          <a:stretch>
            <a:fillRect/>
          </a:stretch>
        </p:blipFill>
        <p:spPr>
          <a:xfrm>
            <a:off x="1358898" y="2118998"/>
            <a:ext cx="6428741" cy="454596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193040"/>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0124FF9-4BB6-FCCC-57B0-73C4959C035D}"/>
              </a:ext>
            </a:extLst>
          </p:cNvPr>
          <p:cNvSpPr txBox="1"/>
          <p:nvPr/>
        </p:nvSpPr>
        <p:spPr>
          <a:xfrm>
            <a:off x="610643" y="1208941"/>
            <a:ext cx="9190653" cy="4544834"/>
          </a:xfrm>
          <a:prstGeom prst="rect">
            <a:avLst/>
          </a:prstGeom>
          <a:noFill/>
        </p:spPr>
        <p:txBody>
          <a:bodyPr wrap="square" rtlCol="0">
            <a:spAutoFit/>
          </a:bodyPr>
          <a:lstStyle/>
          <a:p>
            <a:pPr marL="285750" indent="-285750" algn="just">
              <a:spcAft>
                <a:spcPts val="1400"/>
              </a:spcAft>
              <a:buClr>
                <a:schemeClr val="accent1">
                  <a:lumMod val="75000"/>
                </a:schemeClr>
              </a:buClr>
              <a:buFont typeface="Wingdings" panose="05000000000000000000" pitchFamily="2" charset="2"/>
              <a:buChar char="§"/>
            </a:pPr>
            <a:r>
              <a:rPr lang="en-US" dirty="0">
                <a:solidFill>
                  <a:srgbClr val="202020"/>
                </a:solidFill>
              </a:rPr>
              <a:t>Predictive Modeling — ML models (Random Forest, </a:t>
            </a:r>
            <a:r>
              <a:rPr lang="en-US" dirty="0" err="1">
                <a:solidFill>
                  <a:srgbClr val="202020"/>
                </a:solidFill>
              </a:rPr>
              <a:t>XGBoost</a:t>
            </a:r>
            <a:r>
              <a:rPr lang="en-US" dirty="0">
                <a:solidFill>
                  <a:srgbClr val="202020"/>
                </a:solidFill>
              </a:rPr>
              <a:t>) to forecast yield/profit</a:t>
            </a:r>
          </a:p>
          <a:p>
            <a:pPr marL="285750" indent="-285750" algn="just">
              <a:spcAft>
                <a:spcPts val="1400"/>
              </a:spcAft>
              <a:buClr>
                <a:schemeClr val="accent1">
                  <a:lumMod val="75000"/>
                </a:schemeClr>
              </a:buClr>
              <a:buFont typeface="Wingdings" panose="05000000000000000000" pitchFamily="2" charset="2"/>
              <a:buChar char="§"/>
            </a:pPr>
            <a:r>
              <a:rPr lang="en-US" dirty="0">
                <a:solidFill>
                  <a:srgbClr val="202020"/>
                </a:solidFill>
              </a:rPr>
              <a:t>Real-Time Weather Integration — live weather APIs for season-specific irrigation alerts</a:t>
            </a:r>
          </a:p>
          <a:p>
            <a:pPr marL="285750" indent="-285750" algn="just">
              <a:spcAft>
                <a:spcPts val="1400"/>
              </a:spcAft>
              <a:buClr>
                <a:schemeClr val="accent1">
                  <a:lumMod val="75000"/>
                </a:schemeClr>
              </a:buClr>
              <a:buFont typeface="Wingdings" panose="05000000000000000000" pitchFamily="2" charset="2"/>
              <a:buChar char="§"/>
            </a:pPr>
            <a:r>
              <a:rPr lang="en-US" dirty="0">
                <a:solidFill>
                  <a:srgbClr val="202020"/>
                </a:solidFill>
              </a:rPr>
              <a:t>Larger, Multi-Year Dataset — validate patterns across more states, crops &amp; years</a:t>
            </a:r>
          </a:p>
          <a:p>
            <a:pPr marL="285750" indent="-285750" algn="just">
              <a:spcAft>
                <a:spcPts val="1400"/>
              </a:spcAft>
              <a:buClr>
                <a:schemeClr val="accent1">
                  <a:lumMod val="75000"/>
                </a:schemeClr>
              </a:buClr>
              <a:buFont typeface="Wingdings" panose="05000000000000000000" pitchFamily="2" charset="2"/>
              <a:buChar char="§"/>
            </a:pPr>
            <a:r>
              <a:rPr lang="en-US" dirty="0">
                <a:solidFill>
                  <a:srgbClr val="202020"/>
                </a:solidFill>
              </a:rPr>
              <a:t>District-Level Drill-Down — more localized recommendations than state-level</a:t>
            </a:r>
          </a:p>
          <a:p>
            <a:pPr marL="285750" indent="-285750" algn="just">
              <a:spcAft>
                <a:spcPts val="1400"/>
              </a:spcAft>
              <a:buClr>
                <a:schemeClr val="accent1">
                  <a:lumMod val="75000"/>
                </a:schemeClr>
              </a:buClr>
              <a:buFont typeface="Wingdings" panose="05000000000000000000" pitchFamily="2" charset="2"/>
              <a:buChar char="§"/>
            </a:pPr>
            <a:r>
              <a:rPr lang="en-US" dirty="0">
                <a:solidFill>
                  <a:srgbClr val="202020"/>
                </a:solidFill>
              </a:rPr>
              <a:t>Cost Optimization Model — pinpoint which input costs drive farmer losses</a:t>
            </a:r>
          </a:p>
          <a:p>
            <a:pPr marL="285750" indent="-285750" algn="just">
              <a:spcAft>
                <a:spcPts val="1400"/>
              </a:spcAft>
              <a:buClr>
                <a:schemeClr val="accent1">
                  <a:lumMod val="75000"/>
                </a:schemeClr>
              </a:buClr>
              <a:buFont typeface="Wingdings" panose="05000000000000000000" pitchFamily="2" charset="2"/>
              <a:buChar char="§"/>
            </a:pPr>
            <a:r>
              <a:rPr lang="en-US" dirty="0">
                <a:solidFill>
                  <a:srgbClr val="202020"/>
                </a:solidFill>
              </a:rPr>
              <a:t>Interactive Dashboard — </a:t>
            </a:r>
            <a:r>
              <a:rPr lang="en-US" dirty="0" err="1">
                <a:solidFill>
                  <a:srgbClr val="202020"/>
                </a:solidFill>
              </a:rPr>
              <a:t>Streamlit</a:t>
            </a:r>
            <a:r>
              <a:rPr lang="en-US" dirty="0">
                <a:solidFill>
                  <a:srgbClr val="202020"/>
                </a:solidFill>
              </a:rPr>
              <a:t>/Power BI version for self-service exploration</a:t>
            </a:r>
          </a:p>
          <a:p>
            <a:pPr marL="285750" indent="-285750" algn="just">
              <a:spcAft>
                <a:spcPts val="1400"/>
              </a:spcAft>
              <a:buClr>
                <a:schemeClr val="accent1">
                  <a:lumMod val="75000"/>
                </a:schemeClr>
              </a:buClr>
              <a:buFont typeface="Wingdings" panose="05000000000000000000" pitchFamily="2" charset="2"/>
              <a:buChar char="§"/>
            </a:pPr>
            <a:r>
              <a:rPr lang="en-US" dirty="0">
                <a:solidFill>
                  <a:srgbClr val="202020"/>
                </a:solidFill>
              </a:rPr>
              <a:t>Crop Recommendation System — suggest best crop-season match per region</a:t>
            </a:r>
          </a:p>
          <a:p>
            <a:pPr marL="285750" indent="-285750" algn="just">
              <a:spcAft>
                <a:spcPts val="1400"/>
              </a:spcAft>
              <a:buClr>
                <a:schemeClr val="accent1">
                  <a:lumMod val="75000"/>
                </a:schemeClr>
              </a:buClr>
              <a:buFont typeface="Wingdings" panose="05000000000000000000" pitchFamily="2" charset="2"/>
              <a:buChar char="§"/>
            </a:pPr>
            <a:r>
              <a:rPr lang="en-US" dirty="0">
                <a:solidFill>
                  <a:srgbClr val="202020"/>
                </a:solidFill>
              </a:rPr>
              <a:t>Climate Change Impact Study — track shifting rainfall/temperature vs cropping calendars</a:t>
            </a:r>
          </a:p>
          <a:p>
            <a:pPr marL="285750" lvl="0" indent="-285750">
              <a:buClr>
                <a:schemeClr val="accent1">
                  <a:lumMod val="75000"/>
                </a:schemeClr>
              </a:buClr>
              <a:buFont typeface="Wingdings" panose="05000000000000000000" pitchFamily="2" charset="2"/>
              <a:buChar char="§"/>
            </a:pPr>
            <a:endParaRPr lang="en-IN" sz="16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73E879F-1443-E1ED-41E9-F3C91154AFB7}"/>
              </a:ext>
            </a:extLst>
          </p:cNvPr>
          <p:cNvSpPr txBox="1"/>
          <p:nvPr/>
        </p:nvSpPr>
        <p:spPr>
          <a:xfrm>
            <a:off x="713280" y="1201586"/>
            <a:ext cx="8460008" cy="369332"/>
          </a:xfrm>
          <a:prstGeom prst="rect">
            <a:avLst/>
          </a:prstGeom>
          <a:noFill/>
        </p:spPr>
        <p:txBody>
          <a:bodyPr wrap="none" rtlCol="0">
            <a:spAutoFit/>
          </a:bodyPr>
          <a:lstStyle/>
          <a:p>
            <a:r>
              <a:rPr lang="en-IN" dirty="0">
                <a:solidFill>
                  <a:srgbClr val="00B050"/>
                </a:solidFill>
                <a:hlinkClick r:id="rId3">
                  <a:extLst>
                    <a:ext uri="{A12FA001-AC4F-418D-AE19-62706E023703}">
                      <ahyp:hlinkClr xmlns:ahyp="http://schemas.microsoft.com/office/drawing/2018/hyperlinkcolor" val="tx"/>
                    </a:ext>
                  </a:extLst>
                </a:hlinkClick>
              </a:rPr>
              <a:t>https://github.com/Renuka515/Seasonal_Agriculture_Performance_Analysis.git</a:t>
            </a:r>
            <a:endParaRPr lang="en-IN" dirty="0">
              <a:solidFill>
                <a:srgbClr val="00B050"/>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15EB523-05F9-5534-EAB1-7A87D55B1E51}"/>
              </a:ext>
            </a:extLst>
          </p:cNvPr>
          <p:cNvPicPr>
            <a:picLocks noChangeAspect="1"/>
          </p:cNvPicPr>
          <p:nvPr/>
        </p:nvPicPr>
        <p:blipFill>
          <a:blip r:embed="rId3"/>
          <a:stretch>
            <a:fillRect/>
          </a:stretch>
        </p:blipFill>
        <p:spPr>
          <a:xfrm>
            <a:off x="1319769" y="1719052"/>
            <a:ext cx="7463461" cy="424394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heel(1)">
                                      <p:cBhvr>
                                        <p:cTn id="28"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2"/>
                                        </p:tgtEl>
                                        <p:attrNameLst>
                                          <p:attrName>style.visibility</p:attrName>
                                        </p:attrNameLst>
                                      </p:cBhvr>
                                      <p:to>
                                        <p:strVal val="visible"/>
                                      </p:to>
                                    </p:set>
                                    <p:anim calcmode="lin" valueType="num">
                                      <p:cBhvr additive="base">
                                        <p:cTn id="32" dur="500"/>
                                        <p:tgtEl>
                                          <p:spTgt spid="32"/>
                                        </p:tgtEl>
                                        <p:attrNameLst>
                                          <p:attrName>ppt_y</p:attrName>
                                        </p:attrNameLst>
                                      </p:cBhvr>
                                      <p:tavLst>
                                        <p:tav tm="0">
                                          <p:val>
                                            <p:strVal val="#ppt_y+#ppt_h*1.125000"/>
                                          </p:val>
                                        </p:tav>
                                        <p:tav tm="100000">
                                          <p:val>
                                            <p:strVal val="#ppt_y"/>
                                          </p:val>
                                        </p:tav>
                                      </p:tavLst>
                                    </p:anim>
                                    <p:animEffect transition="in" filter="wipe(up)">
                                      <p:cBhvr>
                                        <p:cTn id="3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633</TotalTime>
  <Words>711</Words>
  <Application>Microsoft Office PowerPoint</Application>
  <PresentationFormat>Widescreen</PresentationFormat>
  <Paragraphs>78</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[write detail description about your project ]  </vt:lpstr>
      <vt:lpstr>PowerPoint Presentation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RENUKA K R</cp:lastModifiedBy>
  <cp:revision>98</cp:revision>
  <dcterms:created xsi:type="dcterms:W3CDTF">2021-07-11T13:13:15Z</dcterms:created>
  <dcterms:modified xsi:type="dcterms:W3CDTF">2026-09-07T05:56:15Z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